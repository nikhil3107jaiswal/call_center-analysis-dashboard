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Call Center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400" dirty="0"/>
              <a:t>Visualization Case Study using </a:t>
            </a:r>
            <a:endParaRPr lang="en-US" sz="2400" dirty="0"/>
          </a:p>
          <a:p>
            <a:r>
              <a:rPr lang="en-US" sz="2400" dirty="0"/>
              <a:t>Power BI</a:t>
            </a:r>
          </a:p>
          <a:p>
            <a:endParaRPr sz="2400" dirty="0"/>
          </a:p>
          <a:p>
            <a:endParaRPr sz="2400" dirty="0"/>
          </a:p>
          <a:p>
            <a:r>
              <a:rPr sz="2400" dirty="0"/>
              <a:t>Prepared by: Nikhil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incoming and outgoing call trends</a:t>
            </a:r>
          </a:p>
          <a:p>
            <a:r>
              <a:t>- Evaluate sales representative performance</a:t>
            </a:r>
          </a:p>
          <a:p>
            <a:r>
              <a:t>- Identify efficiency gaps using call metrics</a:t>
            </a:r>
          </a:p>
          <a:p>
            <a:r>
              <a:t>- Support management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 – Sales Rep &amp; Call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calls by Sales Rep (Incoming vs Outgoing)</a:t>
            </a:r>
          </a:p>
          <a:p>
            <a:r>
              <a:t>- Top 3 Sales Reps by outgoing calls</a:t>
            </a:r>
          </a:p>
          <a:p>
            <a:r>
              <a:t>- Top 5 Sales Reps by total calls handled</a:t>
            </a:r>
          </a:p>
          <a:p>
            <a:r>
              <a:t>- Interactive filters for easy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Individual Sales Representative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Separate sheets for each sales rep</a:t>
            </a:r>
          </a:p>
          <a:p>
            <a:r>
              <a:t>- KPIs: Total Calls, Avg Talk Duration, Avg Waiting Time</a:t>
            </a:r>
          </a:p>
          <a:p>
            <a:r>
              <a:t>- Storytelling approach to evaluate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Talk Duration &amp; Waiting Time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Longer waiting time impacts call experience</a:t>
            </a:r>
          </a:p>
          <a:p>
            <a:r>
              <a:t>- High-performing reps manage more calls with lower wait</a:t>
            </a:r>
          </a:p>
          <a:p>
            <a:r>
              <a:t>- Opportunities for load balancing identified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Improved visibility into rep performance</a:t>
            </a:r>
          </a:p>
          <a:p>
            <a:r>
              <a:t>- Helps optimize workforce allocation</a:t>
            </a:r>
          </a:p>
          <a:p>
            <a:r>
              <a:t>- Enhances customer experience</a:t>
            </a:r>
          </a:p>
          <a:p>
            <a:r>
              <a:t>- Data-driven performance benchmarking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lang="en-US" dirty="0"/>
              <a:t>Microsoft Power BI</a:t>
            </a:r>
            <a:endParaRPr dirty="0"/>
          </a:p>
          <a:p>
            <a:r>
              <a:rPr dirty="0"/>
              <a:t>- Microsoft PowerPoint</a:t>
            </a:r>
          </a:p>
          <a:p>
            <a:r>
              <a:rPr dirty="0"/>
              <a:t>- CSV Dataset</a:t>
            </a:r>
          </a:p>
          <a:p>
            <a:r>
              <a:rPr dirty="0"/>
              <a:t>- GitHub for version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Call Center Performance Analysis</vt:lpstr>
      <vt:lpstr>Business Objective</vt:lpstr>
      <vt:lpstr>Dashboard A – Sales Rep &amp; Call Performance</vt:lpstr>
      <vt:lpstr>Individual Sales Representative Analysis</vt:lpstr>
      <vt:lpstr>Talk Duration &amp; Waiting Time Patterns</vt:lpstr>
      <vt:lpstr>Business Impact</vt:lpstr>
      <vt:lpstr>Tools &amp; Technologies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JAISWAL</cp:lastModifiedBy>
  <cp:revision>2</cp:revision>
  <dcterms:created xsi:type="dcterms:W3CDTF">2013-01-27T09:14:16Z</dcterms:created>
  <dcterms:modified xsi:type="dcterms:W3CDTF">2026-02-10T07:38:51Z</dcterms:modified>
  <cp:category/>
</cp:coreProperties>
</file>